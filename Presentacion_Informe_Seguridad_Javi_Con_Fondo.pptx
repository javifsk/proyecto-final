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D8B48D-CE25-4A4F-B885-08F5E052C0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E0B042-2059-4C57-A88D-0D210947A0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8DFC53-04C8-4D49-A874-0C587FF649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70F2BB-2503-4C78-8853-B7C4C624D9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46E859-8CA3-457B-80EE-6DB1A4C9B3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BCA88C-930B-4617-8828-58A5335219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500217-C98A-4281-83DB-24F94A243A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CB1091-79CA-4B6B-955E-FBEA565D03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C1C7BE-50E9-404D-8E6E-6F7C9B27AF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69A607-A387-4AF6-A95F-DB08BB3CA9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7967F9-CD15-417F-BBAB-D6222062519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91F559-E8DA-46DE-8CD0-C299C959E8C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E2F718-CD62-42DC-99FA-DFFEF93881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D09F24-B52E-4737-A139-F5EABDB6AD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F7999D-120F-4D53-8D2C-A7C651E26B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BD79A0-12BF-4011-A03C-54E64C2EDA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F6D587-E7FC-4B81-BA97-520FBC7A76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F32EFA-27AC-4BAB-B744-94976E1B94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5E3185-CB34-4993-8CA6-D550954061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561632-4BA9-47A9-A27C-D953DA0B06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D422D9-3509-4F99-A767-E7B78044F2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B88798-BBCF-4717-8B0F-55D8467307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624857-D1E7-488D-810F-784DC34B743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B966C0-83EB-4D89-9451-F671B90AAF5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A0A8085-C270-4261-9CF2-3C264E35D9C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697CEAB-2B96-4415-8221-836055D80F3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Calibri"/>
              </a:rPr>
              <a:t>Informe Ejecutivo de Incidente de Seguridad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Análisis, Acciones Tomadas y Recomendaciones Futuras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Fecha: 9 de enero de 2026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Autor: Javi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Calibri"/>
              </a:rPr>
              <a:t>Resumen Ejecutivo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Este informe detalla el análisis de un incidente de seguridad, las acciones correctivas implementadas y las recomendaciones futuras para mejorar la seguridad y la continuidad de los servicios críticos de la empresa. El objetivo de la presentación es asegurar que la gerencia comprenda los aspectos clave del incidente y las medidas tomadas para prevenir futuros problemas.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Calibri"/>
              </a:rPr>
              <a:t>Descripción del Incidente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- Se explotaron vulnerabilidades en servicios críticos.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- Los servicios comprometidos incluyeron FTP, MySQL y SSH.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- El atacante aprovechó configuraciones inseguras para obtener acceso no autorizado.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- Impacto: Interrupción parcial de servicios, acceso a datos sensibles y escalación de privilegios.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Calibri"/>
              </a:rPr>
              <a:t>Análisis Forense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- El incidente fue detectado a través de logs de acceso inusuales.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- Se identificaron accesos no autorizados a través de FTP y SSH.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- Se realizaron análisis de los archivos comprometidos y de la configuración del servidor.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- Causas: Contraseñas débiles, accesos sin restricciones y configuraciones inseguras.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Calibri"/>
              </a:rPr>
              <a:t>Acciones Tomadas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- Deshabilitación del acceso anónimo en FTP.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- Fortalecimiento de la autenticación SSH (deshabilitación de acceso root y uso de claves SSH).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- Restablecimiento de contraseñas y configuración de MySQL para aceptar solo conexiones locales.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- Aplicación de parches de seguridad y auditoría de los sistemas comprometidos.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Calibri"/>
              </a:rPr>
              <a:t>Resultados y Recuperación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- Los servicios fueron restaurados en tiempo récord tras la acción correctiva.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- No se perdió información crítica, y los sistemas fueron asegurados.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- Se realizaron pruebas exhaustivas para asegurar que las vulnerabilidades no persistieran.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Calibri"/>
              </a:rPr>
              <a:t>Recomendaciones Futuras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- Implementación de un sistema de monitoreo de seguridad continuo.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- Realización de auditorías de seguridad periódicas para detectar vulnerabilidades.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- Fortalecimiento de las políticas de autenticación y control de acceso.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- Entrenamiento constante del personal en buenas prácticas de seguridad.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Calibri"/>
              </a:rPr>
              <a:t>Conclusiones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El incidente de seguridad fue gestionado de manera efectiva y rápida.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Se tomaron las medidas correctivas necesarias para restaurar los servicios y proteger la infraestructura.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Las recomendaciones futuras asegurarán una mayor protección de los servicios críticos de la empresa.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Calibri"/>
              </a:rPr>
              <a:t>Agradecimientos y Preguntas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Gracias por su tiempo.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</a:rPr>
              <a:t>Quedo disponible para responder cualquier pregunta o aclarar cualquier detalle.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2026-01-09T11:16:56Z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